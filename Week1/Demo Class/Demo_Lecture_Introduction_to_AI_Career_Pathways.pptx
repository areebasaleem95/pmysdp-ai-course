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🎓 Demo Lecture</a:t>
            </a:r>
          </a:p>
          <a:p>
            <a:r>
              <a:t>Introduction to AI &amp; Career Pathways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Artificial Intelligence | Career Opportunities | Industry Requirements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1️⃣ Introduction to Artificial Intelligence (AI)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Artificial Intelligence (AI) is the ability of machines to perform tasks that normally require human intelligence.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AI involves:</a:t>
            </a:r>
          </a:p>
          <a:p>
            <a:pPr marL="0" indent="0">
              <a:buNone/>
            </a:pPr>
            <a:r>
              <a:rPr dirty="0"/>
              <a:t>• Learning from data</a:t>
            </a:r>
          </a:p>
          <a:p>
            <a:pPr marL="0" indent="0">
              <a:buNone/>
            </a:pPr>
            <a:r>
              <a:rPr dirty="0"/>
              <a:t>• Making decisions</a:t>
            </a:r>
          </a:p>
          <a:p>
            <a:pPr marL="0" indent="0">
              <a:buNone/>
            </a:pPr>
            <a:r>
              <a:rPr dirty="0"/>
              <a:t>• Recognizing speech</a:t>
            </a:r>
          </a:p>
          <a:p>
            <a:pPr marL="0" indent="0">
              <a:buNone/>
            </a:pPr>
            <a:r>
              <a:rPr dirty="0"/>
              <a:t>• Understanding language</a:t>
            </a:r>
          </a:p>
          <a:p>
            <a:pPr marL="0" indent="0">
              <a:buNone/>
            </a:pPr>
            <a:r>
              <a:rPr dirty="0"/>
              <a:t>• Solving problems</a:t>
            </a:r>
          </a:p>
          <a:p>
            <a:pPr marL="0" indent="0">
              <a:buNone/>
            </a:pPr>
            <a:r>
              <a:rPr dirty="0"/>
              <a:t>• Identifying patterns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AI is when machines think, learn, and make decisions like humans.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of AI in 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Who uses Google Maps, Netflix, Instagram, ChatGPT?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Google Maps → Traffic prediction</a:t>
            </a:r>
          </a:p>
          <a:p>
            <a:pPr marL="0" indent="0">
              <a:buNone/>
            </a:pPr>
            <a:r>
              <a:rPr dirty="0"/>
              <a:t>• Netflix → Movie recommendations</a:t>
            </a:r>
          </a:p>
          <a:p>
            <a:pPr marL="0" indent="0">
              <a:buNone/>
            </a:pPr>
            <a:r>
              <a:rPr dirty="0"/>
              <a:t>• Face Unlock → Face recognition</a:t>
            </a:r>
          </a:p>
          <a:p>
            <a:pPr marL="0" indent="0">
              <a:buNone/>
            </a:pPr>
            <a:r>
              <a:rPr dirty="0"/>
              <a:t>• ChatGPT → Natural language processing</a:t>
            </a:r>
          </a:p>
          <a:p>
            <a:pPr marL="0" indent="0">
              <a:buNone/>
            </a:pPr>
            <a:r>
              <a:rPr dirty="0"/>
              <a:t>• Self-driving cars → Computer vision +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AI is Important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Transforming industries worldwide</a:t>
            </a:r>
          </a:p>
          <a:p>
            <a:pPr marL="0" indent="0">
              <a:buNone/>
            </a:pPr>
            <a:r>
              <a:rPr dirty="0"/>
              <a:t>• Automating repetitive work</a:t>
            </a:r>
          </a:p>
          <a:p>
            <a:pPr marL="0" indent="0">
              <a:buNone/>
            </a:pPr>
            <a:r>
              <a:rPr dirty="0"/>
              <a:t>• Improving efficiency</a:t>
            </a:r>
          </a:p>
          <a:p>
            <a:pPr marL="0" indent="0">
              <a:buNone/>
            </a:pPr>
            <a:r>
              <a:rPr dirty="0"/>
              <a:t>• Supporting decision-making</a:t>
            </a:r>
          </a:p>
          <a:p>
            <a:pPr marL="0" indent="0">
              <a:buNone/>
            </a:pPr>
            <a:r>
              <a:rPr dirty="0"/>
              <a:t>• Creating new career opportunities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AI is known as the 4th Industrial Revolution technology.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2️⃣ Motivational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dirty="0"/>
              <a:t>“AI is not just for programmers. AI is for problem solvers.”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• You don’t need to be a genius to learn AI.</a:t>
            </a:r>
          </a:p>
          <a:p>
            <a:pPr marL="0" indent="0">
              <a:buNone/>
            </a:pPr>
            <a:r>
              <a:rPr dirty="0"/>
              <a:t>• Consistency is more important than talent.</a:t>
            </a:r>
          </a:p>
          <a:p>
            <a:pPr marL="0" indent="0">
              <a:buNone/>
            </a:pPr>
            <a:r>
              <a:rPr dirty="0"/>
              <a:t>• AI rewards curiosity.</a:t>
            </a:r>
          </a:p>
          <a:p>
            <a:pPr marL="0" indent="0">
              <a:buNone/>
            </a:pPr>
            <a:r>
              <a:rPr dirty="0"/>
              <a:t>• Every industry now needs AI skills.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🌟 Growth Mindset: Start small | Practice daily | Build projects | Keep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&amp; Values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Excellence (Ihsan) in work is encouraged.</a:t>
            </a:r>
          </a:p>
          <a:p>
            <a:r>
              <a:rPr dirty="0"/>
              <a:t>Seeking beneficial knowledge is an act of worship.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AI should be used to:</a:t>
            </a:r>
          </a:p>
          <a:p>
            <a:pPr marL="0" indent="0">
              <a:buNone/>
            </a:pPr>
            <a:r>
              <a:rPr dirty="0"/>
              <a:t>• Improve healthcare</a:t>
            </a:r>
          </a:p>
          <a:p>
            <a:pPr marL="0" indent="0">
              <a:buNone/>
            </a:pPr>
            <a:r>
              <a:rPr dirty="0"/>
              <a:t>• Help education</a:t>
            </a:r>
          </a:p>
          <a:p>
            <a:pPr marL="0" indent="0">
              <a:buNone/>
            </a:pPr>
            <a:r>
              <a:rPr dirty="0"/>
              <a:t>• Reduce waste</a:t>
            </a:r>
          </a:p>
          <a:p>
            <a:pPr marL="0" indent="0">
              <a:buNone/>
            </a:pPr>
            <a:r>
              <a:rPr dirty="0"/>
              <a:t>• Serve humanity</a:t>
            </a:r>
          </a:p>
          <a:p>
            <a:endParaRPr dirty="0"/>
          </a:p>
          <a:p>
            <a:r>
              <a:rPr dirty="0"/>
              <a:t>AI without ethics is dangerous.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3️⃣ AI Job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📊 Global Demand:</a:t>
            </a:r>
          </a:p>
          <a:p>
            <a:pPr marL="0" indent="0">
              <a:buNone/>
            </a:pPr>
            <a:r>
              <a:rPr dirty="0"/>
              <a:t>• One of the fastest-growing fields</a:t>
            </a:r>
          </a:p>
          <a:p>
            <a:pPr marL="0" indent="0">
              <a:buNone/>
            </a:pPr>
            <a:r>
              <a:rPr dirty="0"/>
              <a:t>• Millions of AI-related jobs emerging</a:t>
            </a:r>
          </a:p>
          <a:p>
            <a:pPr marL="0" indent="0">
              <a:buNone/>
            </a:pPr>
            <a:r>
              <a:rPr dirty="0"/>
              <a:t>• Heavy investment by companies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💰 High-Paying Roles:</a:t>
            </a:r>
          </a:p>
          <a:p>
            <a:pPr marL="0" indent="0">
              <a:buNone/>
            </a:pPr>
            <a:r>
              <a:rPr dirty="0"/>
              <a:t>• AI Engineer</a:t>
            </a:r>
          </a:p>
          <a:p>
            <a:pPr marL="0" indent="0">
              <a:buNone/>
            </a:pPr>
            <a:r>
              <a:rPr dirty="0"/>
              <a:t>• Data Scientist</a:t>
            </a:r>
          </a:p>
          <a:p>
            <a:pPr marL="0" indent="0">
              <a:buNone/>
            </a:pPr>
            <a:r>
              <a:rPr dirty="0"/>
              <a:t>• ML Engineer</a:t>
            </a:r>
          </a:p>
          <a:p>
            <a:pPr marL="0" indent="0">
              <a:buNone/>
            </a:pPr>
            <a:r>
              <a:rPr dirty="0"/>
              <a:t>• AI Researcher</a:t>
            </a:r>
          </a:p>
          <a:p>
            <a:endParaRPr dirty="0"/>
          </a:p>
          <a:p>
            <a:r>
              <a:rPr dirty="0"/>
              <a:t>Growing opportunities in Pakistan &amp; remote jobs.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4️⃣ 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🏥 Healthcare – Disease prediction, Medical imaging</a:t>
            </a:r>
          </a:p>
          <a:p>
            <a:r>
              <a:t>💰 Finance – Fraud detection, Risk analysis</a:t>
            </a:r>
          </a:p>
          <a:p>
            <a:r>
              <a:t>🛍️ E-commerce – Recommendation systems</a:t>
            </a:r>
          </a:p>
          <a:p>
            <a:r>
              <a:t>🚗 Transportation – Self-driving cars</a:t>
            </a:r>
          </a:p>
          <a:p>
            <a:r>
              <a:t>🎓 Education – Personalized learning</a:t>
            </a:r>
          </a:p>
          <a:p>
            <a:r>
              <a:t>🔐 Cybersecurity – Threat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5️⃣ Career Opportunities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1️⃣ Data Scientist – Data analysis &amp; prediction</a:t>
            </a:r>
          </a:p>
          <a:p>
            <a:pPr marL="0" indent="0">
              <a:buNone/>
            </a:pPr>
            <a:r>
              <a:rPr dirty="0"/>
              <a:t>2️⃣ ML Engineer – Build &amp; deploy AI models</a:t>
            </a:r>
          </a:p>
          <a:p>
            <a:pPr marL="0" indent="0">
              <a:buNone/>
            </a:pPr>
            <a:r>
              <a:rPr dirty="0"/>
              <a:t>3️⃣ AI Researcher – Develop new algorithms</a:t>
            </a:r>
          </a:p>
          <a:p>
            <a:pPr marL="0" indent="0">
              <a:buNone/>
            </a:pPr>
            <a:r>
              <a:rPr dirty="0"/>
              <a:t>4️⃣ NLP Engineer – Language &amp; chatbot systems</a:t>
            </a:r>
          </a:p>
          <a:p>
            <a:pPr marL="0" indent="0">
              <a:buNone/>
            </a:pPr>
            <a:r>
              <a:rPr dirty="0"/>
              <a:t>5️⃣ Computer Vision Engineer – Image &amp; video systems</a:t>
            </a:r>
          </a:p>
          <a:p>
            <a:pPr marL="0" indent="0">
              <a:buNone/>
            </a:pPr>
            <a:r>
              <a:rPr dirty="0"/>
              <a:t>6️⃣ AI Product Manager – Manage AI products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6️⃣ Industry Requirements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47672"/>
            <a:ext cx="8229600" cy="4207213"/>
          </a:xfrm>
        </p:spPr>
        <p:txBody>
          <a:bodyPr>
            <a:normAutofit fontScale="92500" lnSpcReduction="20000"/>
          </a:bodyPr>
          <a:lstStyle/>
          <a:p>
            <a:r>
              <a:rPr dirty="0"/>
              <a:t>Data Scientist – Python, Statistics, ML | Very High Demand</a:t>
            </a:r>
          </a:p>
          <a:p>
            <a:r>
              <a:rPr dirty="0"/>
              <a:t>ML Engineer – Deep Learning, Deployment | Very High Demand</a:t>
            </a:r>
          </a:p>
          <a:p>
            <a:r>
              <a:rPr dirty="0"/>
              <a:t>Researcher – Advanced Math, Research | Moderate-High</a:t>
            </a:r>
          </a:p>
          <a:p>
            <a:r>
              <a:rPr dirty="0"/>
              <a:t>NLP Engineer – Transformers, NLP | Growing Fast</a:t>
            </a:r>
          </a:p>
          <a:p>
            <a:r>
              <a:rPr dirty="0"/>
              <a:t>CV Engineer – CNN, Image Processing | High</a:t>
            </a:r>
          </a:p>
          <a:p>
            <a:r>
              <a:rPr dirty="0"/>
              <a:t>AI Product Manager – AI + Business Skills | High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7️⃣ Work Ethics in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🔹 Responsible AI Use:</a:t>
            </a:r>
          </a:p>
          <a:p>
            <a:pPr marL="0" indent="0">
              <a:buNone/>
            </a:pPr>
            <a:r>
              <a:rPr dirty="0"/>
              <a:t>• Avoid bias</a:t>
            </a:r>
          </a:p>
          <a:p>
            <a:pPr marL="0" indent="0">
              <a:buNone/>
            </a:pPr>
            <a:r>
              <a:rPr dirty="0"/>
              <a:t>• Protect privacy</a:t>
            </a:r>
          </a:p>
          <a:p>
            <a:pPr marL="0" indent="0">
              <a:buNone/>
            </a:pPr>
            <a:r>
              <a:rPr dirty="0"/>
              <a:t>• Maintain transparency</a:t>
            </a:r>
          </a:p>
          <a:p>
            <a:pPr marL="0" indent="0">
              <a:buNone/>
            </a:pPr>
            <a:r>
              <a:rPr dirty="0"/>
              <a:t>• Ensure fairness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🔹 Professional Ethics:</a:t>
            </a:r>
          </a:p>
          <a:p>
            <a:pPr marL="0" indent="0">
              <a:buNone/>
            </a:pPr>
            <a:r>
              <a:rPr dirty="0"/>
              <a:t>• Do not misuse data</a:t>
            </a:r>
          </a:p>
          <a:p>
            <a:pPr marL="0" indent="0">
              <a:buNone/>
            </a:pPr>
            <a:r>
              <a:rPr dirty="0"/>
              <a:t>• Avoid harmful systems</a:t>
            </a:r>
          </a:p>
          <a:p>
            <a:pPr marL="0" indent="0">
              <a:buNone/>
            </a:pPr>
            <a:r>
              <a:rPr dirty="0"/>
              <a:t>• Respect intellectual property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is not the future — AI is the present.</a:t>
            </a:r>
          </a:p>
          <a:p>
            <a:endParaRPr/>
          </a:p>
          <a:p>
            <a:r>
              <a:t>The question is:</a:t>
            </a:r>
          </a:p>
          <a:p>
            <a:r>
              <a:t>Will you be a user of AI, or a creator of AI?</a:t>
            </a:r>
          </a:p>
          <a:p>
            <a:endParaRPr/>
          </a:p>
          <a:p>
            <a:r>
              <a:t>Start learning. Start building. Start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559</Words>
  <Application>Microsoft Office PowerPoint</Application>
  <PresentationFormat>On-screen Show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🎓 Demo Lecture Introduction to AI &amp; Career Pathways</vt:lpstr>
      <vt:lpstr>1️⃣ Introduction to Artificial Intelligence (AI)</vt:lpstr>
      <vt:lpstr>Examples of AI in Daily Life</vt:lpstr>
      <vt:lpstr>Why AI is Important Today</vt:lpstr>
      <vt:lpstr>2️⃣ Motivational Perspective</vt:lpstr>
      <vt:lpstr>Ethics &amp; Values in AI</vt:lpstr>
      <vt:lpstr>3️⃣ AI Job Market Overview</vt:lpstr>
      <vt:lpstr>4️⃣ Applications of AI</vt:lpstr>
      <vt:lpstr>5️⃣ Career Opportunities in AI</vt:lpstr>
      <vt:lpstr>6️⃣ Industry Requirements Comparison</vt:lpstr>
      <vt:lpstr>7️⃣ Work Ethics in AI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22-NTU-CS-1145</cp:lastModifiedBy>
  <cp:revision>2</cp:revision>
  <dcterms:created xsi:type="dcterms:W3CDTF">2013-01-27T09:14:16Z</dcterms:created>
  <dcterms:modified xsi:type="dcterms:W3CDTF">2026-02-12T03:53:45Z</dcterms:modified>
  <cp:category/>
</cp:coreProperties>
</file>